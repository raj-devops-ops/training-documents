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8"/>
  </p:notesMasterIdLst>
  <p:handoutMasterIdLst>
    <p:handoutMasterId r:id="rId29"/>
  </p:handoutMasterIdLst>
  <p:sldIdLst>
    <p:sldId id="313" r:id="rId2"/>
    <p:sldId id="314" r:id="rId3"/>
    <p:sldId id="315" r:id="rId4"/>
    <p:sldId id="316" r:id="rId5"/>
    <p:sldId id="317" r:id="rId6"/>
    <p:sldId id="318" r:id="rId7"/>
    <p:sldId id="319" r:id="rId8"/>
    <p:sldId id="320" r:id="rId9"/>
    <p:sldId id="325" r:id="rId10"/>
    <p:sldId id="321" r:id="rId11"/>
    <p:sldId id="322" r:id="rId12"/>
    <p:sldId id="323" r:id="rId13"/>
    <p:sldId id="324" r:id="rId14"/>
    <p:sldId id="326" r:id="rId15"/>
    <p:sldId id="327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822" autoAdjust="0"/>
  </p:normalViewPr>
  <p:slideViewPr>
    <p:cSldViewPr>
      <p:cViewPr varScale="1">
        <p:scale>
          <a:sx n="69" d="100"/>
          <a:sy n="69" d="100"/>
        </p:scale>
        <p:origin x="12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 smtClean="0"/>
              <a:t>DevOps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29F14-6845-464F-A118-79B037902BA5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RAM TECHNOLOGIES BANGALORE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42FBD-6DF0-4E1B-AE3C-2CB6209911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5538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 smtClean="0"/>
              <a:t>DevOps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67E-05CB-4693-9BC8-2E78A8B1C9E4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RAM TECHNOLOGIES BANGALORE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CD5AA-1EA7-4D5A-A8BB-289328471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84761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02F5-C112-4E01-8E12-C020A7F33978}" type="datetime1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D66A7-0BEC-4485-9544-0C3053EBF265}" type="datetime1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9429-3518-4356-896B-D1FE3237542E}" type="datetime1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50E9-9CF7-4921-BE25-8ACE4E6B6844}" type="datetime1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4E22-219F-46A3-B3A2-CC68FD8CACFD}" type="datetime1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1FAE-89A9-4812-8847-3AC5EA83016E}" type="datetime1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D0DD-CA53-461E-A86E-451C1D393EA5}" type="datetime1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1AD-829A-41B0-93E9-510EAFE61D4F}" type="datetime1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0D6E945-6577-412C-BB5E-4DD9DC2EE1ED}" type="datetime1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the use of remote servers on the internet to store, manage and process data rather than a local server or personal computer. There are basically 3 categories in cloud </a:t>
            </a:r>
            <a:r>
              <a:rPr lang="en-GB" dirty="0" smtClean="0"/>
              <a:t>computing</a:t>
            </a:r>
          </a:p>
          <a:p>
            <a:r>
              <a:rPr lang="en-GB" dirty="0" smtClean="0"/>
              <a:t>1.SAAS</a:t>
            </a:r>
          </a:p>
          <a:p>
            <a:r>
              <a:rPr lang="en-GB" dirty="0" smtClean="0"/>
              <a:t>2.PAAS</a:t>
            </a:r>
          </a:p>
          <a:p>
            <a:r>
              <a:rPr lang="en-GB" dirty="0" smtClean="0"/>
              <a:t>3.IAAS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17136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</a:t>
            </a:fld>
            <a:endParaRPr lang="en-GB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88" y="879475"/>
            <a:ext cx="6421437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575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313DD-26AD-B482-E589-AD3B02BD2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96752"/>
            <a:ext cx="8088785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2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4</a:t>
            </a:fld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1355725"/>
            <a:ext cx="8345487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297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66FD1-2366-6682-D6B8-59F7778F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76" y="764704"/>
            <a:ext cx="10802036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0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7F99F-6235-CB91-AE86-BF9606396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66640"/>
            <a:ext cx="7704856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2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7</a:t>
            </a:fld>
            <a:endParaRPr lang="en-GB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74" y="1412776"/>
            <a:ext cx="7967558" cy="4152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297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8</a:t>
            </a:fld>
            <a:endParaRPr lang="en-GB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1624013"/>
            <a:ext cx="7402513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97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060848"/>
            <a:ext cx="7408333" cy="4065315"/>
          </a:xfrm>
        </p:spPr>
        <p:txBody>
          <a:bodyPr>
            <a:normAutofit/>
          </a:bodyPr>
          <a:lstStyle/>
          <a:p>
            <a:r>
              <a:rPr lang="en-GB" dirty="0"/>
              <a:t> A small manufacturing organization uses their expertise to expand their business by leaving their IT </a:t>
            </a:r>
            <a:r>
              <a:rPr lang="en-GB" dirty="0" smtClean="0"/>
              <a:t>management </a:t>
            </a:r>
            <a:r>
              <a:rPr lang="en-GB" dirty="0"/>
              <a:t>to the AWS.</a:t>
            </a:r>
          </a:p>
          <a:p>
            <a:r>
              <a:rPr lang="en-GB" dirty="0" smtClean="0"/>
              <a:t>A </a:t>
            </a:r>
            <a:r>
              <a:rPr lang="en-GB" dirty="0"/>
              <a:t>large enterprise spread across the globe can utilize the AWS to deliver the training to the distributed </a:t>
            </a:r>
            <a:r>
              <a:rPr lang="en-GB" dirty="0" smtClean="0"/>
              <a:t>workforce</a:t>
            </a:r>
            <a:r>
              <a:rPr lang="en-GB" dirty="0"/>
              <a:t>.</a:t>
            </a:r>
          </a:p>
          <a:p>
            <a:r>
              <a:rPr lang="en-GB" dirty="0" smtClean="0"/>
              <a:t>An </a:t>
            </a:r>
            <a:r>
              <a:rPr lang="en-GB" dirty="0"/>
              <a:t>architecture consulting company can use AWS to get the high-compute rendering of construction </a:t>
            </a:r>
            <a:r>
              <a:rPr lang="en-GB" dirty="0" smtClean="0"/>
              <a:t>prototype</a:t>
            </a:r>
            <a:r>
              <a:rPr lang="en-GB" dirty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A media company can use the AWS to provide different types of content such as </a:t>
            </a:r>
            <a:r>
              <a:rPr lang="en-GB" dirty="0" err="1"/>
              <a:t>ebox</a:t>
            </a:r>
            <a:r>
              <a:rPr lang="en-GB" dirty="0"/>
              <a:t> or audio files to </a:t>
            </a:r>
            <a:r>
              <a:rPr lang="en-GB" dirty="0" smtClean="0"/>
              <a:t>the worldwide </a:t>
            </a:r>
            <a:r>
              <a:rPr lang="en-GB" dirty="0"/>
              <a:t>files.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9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Uses of AWS</a:t>
            </a:r>
          </a:p>
        </p:txBody>
      </p:sp>
    </p:spTree>
    <p:extLst>
      <p:ext uri="{BB962C8B-B14F-4D97-AF65-F5344CB8AC3E}">
        <p14:creationId xmlns:p14="http://schemas.microsoft.com/office/powerpoint/2010/main" val="75667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10</a:t>
            </a:fld>
            <a:endParaRPr lang="en-GB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43013"/>
            <a:ext cx="8110304" cy="4418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39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11</a:t>
            </a:fld>
            <a:endParaRPr lang="en-GB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243013"/>
            <a:ext cx="7986713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233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12</a:t>
            </a:fld>
            <a:endParaRPr lang="en-GB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43013"/>
            <a:ext cx="7315200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92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13</a:t>
            </a:fld>
            <a:endParaRPr lang="en-GB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8" y="1243013"/>
            <a:ext cx="6827837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938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1988840"/>
            <a:ext cx="7408333" cy="4137323"/>
          </a:xfrm>
        </p:spPr>
        <p:txBody>
          <a:bodyPr>
            <a:normAutofit/>
          </a:bodyPr>
          <a:lstStyle/>
          <a:p>
            <a:r>
              <a:rPr lang="en-GB" sz="2000" b="1" dirty="0"/>
              <a:t>EC2 — Elastic Cloud </a:t>
            </a:r>
            <a:r>
              <a:rPr lang="en-GB" sz="2000" b="1" dirty="0" smtClean="0"/>
              <a:t>Computing</a:t>
            </a:r>
          </a:p>
          <a:p>
            <a:r>
              <a:rPr lang="en-GB" sz="2000" b="1" dirty="0"/>
              <a:t>IAM — Identity and Access Management</a:t>
            </a:r>
            <a:endParaRPr lang="en-GB" sz="2000" b="1" dirty="0" smtClean="0"/>
          </a:p>
          <a:p>
            <a:r>
              <a:rPr lang="en-GB" sz="2000" b="1" dirty="0" smtClean="0"/>
              <a:t>VPC—Virtual Private Cloud</a:t>
            </a:r>
          </a:p>
          <a:p>
            <a:r>
              <a:rPr lang="en-GB" sz="2000" b="1" dirty="0" smtClean="0"/>
              <a:t>EBS—Elastic Block Storage</a:t>
            </a:r>
          </a:p>
          <a:p>
            <a:r>
              <a:rPr lang="en-GB" sz="2000" b="1" dirty="0" err="1"/>
              <a:t>Rds</a:t>
            </a:r>
            <a:r>
              <a:rPr lang="en-GB" sz="2000" b="1" dirty="0"/>
              <a:t> — Relational Database Service </a:t>
            </a:r>
          </a:p>
          <a:p>
            <a:r>
              <a:rPr lang="en-GB" sz="2000" b="1" dirty="0"/>
              <a:t>S3 — Simple Storage Service</a:t>
            </a:r>
          </a:p>
          <a:p>
            <a:r>
              <a:rPr lang="en-GB" sz="2000" b="1" dirty="0" err="1" smtClean="0"/>
              <a:t>Ecr</a:t>
            </a:r>
            <a:r>
              <a:rPr lang="en-GB" sz="2000" b="1" dirty="0" smtClean="0"/>
              <a:t> </a:t>
            </a:r>
            <a:r>
              <a:rPr lang="en-GB" sz="2000" b="1" dirty="0"/>
              <a:t>— Elastic Container Registry </a:t>
            </a:r>
          </a:p>
          <a:p>
            <a:r>
              <a:rPr lang="en-GB" sz="2000" b="1" dirty="0"/>
              <a:t>EKS--Elastic </a:t>
            </a:r>
            <a:r>
              <a:rPr lang="en-GB" sz="2000" b="1" dirty="0" err="1"/>
              <a:t>Kubernetes</a:t>
            </a:r>
            <a:r>
              <a:rPr lang="en-GB" sz="2000" b="1" dirty="0"/>
              <a:t> </a:t>
            </a:r>
            <a:r>
              <a:rPr lang="en-GB" sz="2000" b="1" dirty="0" smtClean="0"/>
              <a:t>Service</a:t>
            </a:r>
            <a:endParaRPr lang="en-GB" sz="2000" b="1" dirty="0"/>
          </a:p>
          <a:p>
            <a:r>
              <a:rPr lang="en-GB" sz="2000" b="1" dirty="0" smtClean="0"/>
              <a:t>CLOUD WATCH etc…</a:t>
            </a:r>
            <a:endParaRPr lang="en-GB" sz="20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14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AWS SERVICES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64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</a:t>
            </a:r>
            <a:r>
              <a:rPr lang="en-GB" dirty="0"/>
              <a:t>EC2 stands for Amazon Elastic Compute Cloud.</a:t>
            </a:r>
          </a:p>
          <a:p>
            <a:r>
              <a:rPr lang="en-GB" dirty="0" smtClean="0"/>
              <a:t>It </a:t>
            </a:r>
            <a:r>
              <a:rPr lang="en-GB" dirty="0"/>
              <a:t>is a web service which provides re-sizable compute capacity in the cloud. </a:t>
            </a:r>
          </a:p>
          <a:p>
            <a:r>
              <a:rPr lang="en-GB" dirty="0" smtClean="0"/>
              <a:t>It </a:t>
            </a:r>
            <a:r>
              <a:rPr lang="en-GB" dirty="0"/>
              <a:t>is designed to make the web scale computing easier for developers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15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EC2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98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AWS EC2 offers 5 types of instances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General Instances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 For applications that require a balance of performance and cost.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email responding systems, where you need a prompt response as well as the it should be </a:t>
            </a:r>
            <a:r>
              <a:rPr lang="en-GB" dirty="0" smtClean="0"/>
              <a:t>cost </a:t>
            </a:r>
            <a:r>
              <a:rPr lang="en-GB" dirty="0"/>
              <a:t>effective, since it doesn’t </a:t>
            </a:r>
            <a:r>
              <a:rPr lang="en-GB" dirty="0" smtClean="0"/>
              <a:t>require much processing. </a:t>
            </a:r>
          </a:p>
          <a:p>
            <a:r>
              <a:rPr lang="pt-BR" dirty="0" smtClean="0"/>
              <a:t> </a:t>
            </a:r>
            <a:r>
              <a:rPr lang="pt-BR" dirty="0"/>
              <a:t>t2</a:t>
            </a:r>
          </a:p>
          <a:p>
            <a:r>
              <a:rPr lang="pt-BR" dirty="0" smtClean="0"/>
              <a:t> </a:t>
            </a:r>
            <a:r>
              <a:rPr lang="pt-BR" dirty="0"/>
              <a:t>m4</a:t>
            </a:r>
          </a:p>
          <a:p>
            <a:r>
              <a:rPr lang="pt-BR" dirty="0" smtClean="0"/>
              <a:t> </a:t>
            </a:r>
            <a:r>
              <a:rPr lang="pt-BR" dirty="0"/>
              <a:t>m3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Compute Instances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For applications that require a lot of processing from the CPU.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analysis of data from a stream of data, like Twitter stream</a:t>
            </a:r>
          </a:p>
          <a:p>
            <a:r>
              <a:rPr lang="en-GB" dirty="0" smtClean="0"/>
              <a:t>C4</a:t>
            </a:r>
          </a:p>
          <a:p>
            <a:r>
              <a:rPr lang="en-GB" dirty="0" smtClean="0"/>
              <a:t>C3</a:t>
            </a:r>
          </a:p>
          <a:p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RAM TECHNOLOGIES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57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Memory Instances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 For applications that are heavy in nature, therefore, require a lot of RAM.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when your system needs a lot of applications running in the background </a:t>
            </a:r>
            <a:r>
              <a:rPr lang="en-GB" dirty="0" err="1"/>
              <a:t>i.e</a:t>
            </a:r>
            <a:r>
              <a:rPr lang="en-GB" dirty="0"/>
              <a:t> </a:t>
            </a:r>
          </a:p>
          <a:p>
            <a:r>
              <a:rPr lang="en-GB" dirty="0"/>
              <a:t>multitasking</a:t>
            </a:r>
            <a:r>
              <a:rPr lang="en-GB" dirty="0" smtClean="0"/>
              <a:t>.</a:t>
            </a:r>
          </a:p>
          <a:p>
            <a:r>
              <a:rPr lang="en-GB" dirty="0" smtClean="0"/>
              <a:t>R3</a:t>
            </a:r>
          </a:p>
          <a:p>
            <a:r>
              <a:rPr lang="en-GB" dirty="0" smtClean="0"/>
              <a:t>x1</a:t>
            </a:r>
            <a:endParaRPr lang="en-GB" dirty="0"/>
          </a:p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Storage Instances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For applications that are huge in size or have a data set that occupies a lot of space.</a:t>
            </a:r>
          </a:p>
          <a:p>
            <a:r>
              <a:rPr lang="en-GB" dirty="0"/>
              <a:t>▪ </a:t>
            </a:r>
            <a:r>
              <a:rPr lang="en-GB" dirty="0" err="1"/>
              <a:t>E.g</a:t>
            </a:r>
            <a:r>
              <a:rPr lang="en-GB" dirty="0"/>
              <a:t> When your application is of huge size</a:t>
            </a:r>
            <a:r>
              <a:rPr lang="en-GB" dirty="0" smtClean="0"/>
              <a:t>.</a:t>
            </a:r>
          </a:p>
          <a:p>
            <a:r>
              <a:rPr lang="en-GB" dirty="0" smtClean="0"/>
              <a:t>I2</a:t>
            </a:r>
          </a:p>
          <a:p>
            <a:r>
              <a:rPr lang="en-GB" dirty="0" smtClean="0"/>
              <a:t>d2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3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For applications that require some heavy graphics rendering. </a:t>
            </a:r>
          </a:p>
          <a:p>
            <a:r>
              <a:rPr lang="en-GB" dirty="0" err="1" smtClean="0"/>
              <a:t>E.g</a:t>
            </a:r>
            <a:r>
              <a:rPr lang="en-GB" dirty="0" smtClean="0"/>
              <a:t> </a:t>
            </a:r>
            <a:r>
              <a:rPr lang="en-GB" dirty="0"/>
              <a:t>3D modelling </a:t>
            </a:r>
            <a:r>
              <a:rPr lang="en-GB" dirty="0" smtClean="0"/>
              <a:t>etc..</a:t>
            </a:r>
          </a:p>
          <a:p>
            <a:r>
              <a:rPr lang="en-GB" dirty="0" smtClean="0"/>
              <a:t>G2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18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GPU Instances</a:t>
            </a:r>
          </a:p>
        </p:txBody>
      </p:sp>
    </p:spTree>
    <p:extLst>
      <p:ext uri="{BB962C8B-B14F-4D97-AF65-F5344CB8AC3E}">
        <p14:creationId xmlns:p14="http://schemas.microsoft.com/office/powerpoint/2010/main" val="55401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3BD73-76F3-F113-EEE9-B4B307E1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335280"/>
            <a:ext cx="11724639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5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E95BE-67FC-236D-E4C7-611CC4092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836712"/>
            <a:ext cx="8680008" cy="518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21</a:t>
            </a:fld>
            <a:endParaRPr lang="en-GB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701062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36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2AB10-B9BE-7F07-930B-63F236E52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196752"/>
            <a:ext cx="83734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5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5629CD-31A6-F258-4F31-CE5D32911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908719"/>
            <a:ext cx="8526719" cy="49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2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F8B93-F63F-283B-7ED4-441425AD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124744"/>
            <a:ext cx="841318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0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25</a:t>
            </a:fld>
            <a:endParaRPr lang="en-GB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8507229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434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RAM TECHNOLOGIES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26</a:t>
            </a:fld>
            <a:endParaRPr lang="en-GB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24744"/>
            <a:ext cx="856895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637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9125</TotalTime>
  <Words>486</Words>
  <Application>Microsoft Office PowerPoint</Application>
  <PresentationFormat>On-screen Show (4:3)</PresentationFormat>
  <Paragraphs>129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Symbol</vt:lpstr>
      <vt:lpstr>Times New Roman</vt:lpstr>
      <vt:lpstr>Waveform</vt:lpstr>
      <vt:lpstr>What is Cloud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Uses of AWS</vt:lpstr>
      <vt:lpstr>PowerPoint Presentation</vt:lpstr>
      <vt:lpstr>PowerPoint Presentation</vt:lpstr>
      <vt:lpstr>PowerPoint Presentation</vt:lpstr>
      <vt:lpstr>PowerPoint Presentation</vt:lpstr>
      <vt:lpstr>AWS SERVICES</vt:lpstr>
      <vt:lpstr>EC2</vt:lpstr>
      <vt:lpstr>AWS EC2 offers 5 types of instances </vt:lpstr>
      <vt:lpstr>PowerPoint Presentation</vt:lpstr>
      <vt:lpstr>GPU Instances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Trending Course!!!</dc:title>
  <dc:creator>918095888447</dc:creator>
  <cp:lastModifiedBy>Ramanjaneyulu Bussa</cp:lastModifiedBy>
  <cp:revision>95</cp:revision>
  <dcterms:created xsi:type="dcterms:W3CDTF">2023-08-06T02:47:39Z</dcterms:created>
  <dcterms:modified xsi:type="dcterms:W3CDTF">2025-12-26T01:38:01Z</dcterms:modified>
</cp:coreProperties>
</file>