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10"/>
  </p:notesMasterIdLst>
  <p:handoutMasterIdLst>
    <p:handoutMasterId r:id="rId11"/>
  </p:handoutMasterIdLst>
  <p:sldIdLst>
    <p:sldId id="370" r:id="rId2"/>
    <p:sldId id="341" r:id="rId3"/>
    <p:sldId id="342" r:id="rId4"/>
    <p:sldId id="343" r:id="rId5"/>
    <p:sldId id="344" r:id="rId6"/>
    <p:sldId id="345" r:id="rId7"/>
    <p:sldId id="346" r:id="rId8"/>
    <p:sldId id="34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822" autoAdjust="0"/>
  </p:normalViewPr>
  <p:slideViewPr>
    <p:cSldViewPr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DevOps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29F14-6845-464F-A118-79B037902BA5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RAM TECHNOLOGIES BANGALORE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42FBD-6DF0-4E1B-AE3C-2CB6209911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45538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DevOps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567E-05CB-4693-9BC8-2E78A8B1C9E4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RAM TECHNOLOGIES BANGALORE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CD5AA-1EA7-4D5A-A8BB-289328471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484761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E02F5-C112-4E01-8E12-C020A7F33978}" type="datetime1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D66A7-0BEC-4485-9544-0C3053EBF265}" type="datetime1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9429-3518-4356-896B-D1FE3237542E}" type="datetime1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4310-A164-452E-A95A-B66C4A44D67B}" type="datetime1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50E9-9CF7-4921-BE25-8ACE4E6B6844}" type="datetime1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44E22-219F-46A3-B3A2-CC68FD8CACFD}" type="datetime1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1FAE-89A9-4812-8847-3AC5EA83016E}" type="datetime1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BD0DD-CA53-461E-A86E-451C1D393EA5}" type="datetime1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971AD-829A-41B0-93E9-510EAFE61D4F}" type="datetime1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0D6E945-6577-412C-BB5E-4DD9DC2EE1ED}" type="datetime1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GB"/>
              <a:t>RAM TECHNOLOGIES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781BEA67-9482-4C87-9702-AA3D565E1333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1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Linux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D5F3DAAF-E870-7C95-8857-9AE577F08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08" y="2060848"/>
            <a:ext cx="6768752" cy="4065315"/>
          </a:xfrm>
        </p:spPr>
      </p:pic>
    </p:spTree>
    <p:extLst>
      <p:ext uri="{BB962C8B-B14F-4D97-AF65-F5344CB8AC3E}">
        <p14:creationId xmlns:p14="http://schemas.microsoft.com/office/powerpoint/2010/main" val="1161426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2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Linux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B92871F9-4DE6-9F03-F7CB-0AC2F7345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1484784"/>
            <a:ext cx="8280920" cy="3960441"/>
          </a:xfrm>
        </p:spPr>
      </p:pic>
    </p:spTree>
    <p:extLst>
      <p:ext uri="{BB962C8B-B14F-4D97-AF65-F5344CB8AC3E}">
        <p14:creationId xmlns:p14="http://schemas.microsoft.com/office/powerpoint/2010/main" val="304120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3</a:t>
            </a:fld>
            <a:endParaRPr lang="en-GB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2696"/>
            <a:ext cx="8892480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9663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972C28-DA05-8170-D64A-18B4830F5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70561"/>
            <a:ext cx="8712968" cy="499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426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5</a:t>
            </a:fld>
            <a:endParaRPr lang="en-GB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3" y="1628800"/>
            <a:ext cx="7088187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8497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</a:t>
            </a:r>
            <a:r>
              <a:rPr lang="en-GB" dirty="0" err="1"/>
              <a:t>linux</a:t>
            </a:r>
            <a:r>
              <a:rPr lang="en-GB" dirty="0"/>
              <a:t> everything is a file</a:t>
            </a:r>
          </a:p>
          <a:p>
            <a:r>
              <a:rPr lang="en-GB" dirty="0"/>
              <a:t>Linux do not contain physical hard drive like windows </a:t>
            </a:r>
          </a:p>
          <a:p>
            <a:r>
              <a:rPr lang="en-GB" dirty="0"/>
              <a:t>Linux has a logical hierarchical file structure</a:t>
            </a:r>
          </a:p>
          <a:p>
            <a:r>
              <a:rPr lang="en-GB" dirty="0"/>
              <a:t>Linux is case sensitive</a:t>
            </a:r>
          </a:p>
          <a:p>
            <a:r>
              <a:rPr lang="en-GB" dirty="0"/>
              <a:t>/ is the Root directory</a:t>
            </a:r>
          </a:p>
          <a:p>
            <a:r>
              <a:rPr lang="en-GB" dirty="0"/>
              <a:t>Hidden files start with (.)dot extension</a:t>
            </a:r>
          </a:p>
          <a:p>
            <a:r>
              <a:rPr lang="en-GB" dirty="0"/>
              <a:t>Dot(.) refers to current directory</a:t>
            </a:r>
          </a:p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9B34-56EE-4E67-8DD6-2F9EC36E71F2}" type="datetime1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6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Linux File System</a:t>
            </a:r>
          </a:p>
        </p:txBody>
      </p:sp>
    </p:spTree>
    <p:extLst>
      <p:ext uri="{BB962C8B-B14F-4D97-AF65-F5344CB8AC3E}">
        <p14:creationId xmlns:p14="http://schemas.microsoft.com/office/powerpoint/2010/main" val="873376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7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23528" y="612845"/>
            <a:ext cx="856895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1)/bin - In this binaries folder we are having commands</a:t>
            </a:r>
          </a:p>
          <a:p>
            <a:endParaRPr lang="en-GB" sz="2400" dirty="0"/>
          </a:p>
          <a:p>
            <a:r>
              <a:rPr lang="en-GB" sz="2400" dirty="0"/>
              <a:t>2)/opt - If we download 3rd party s/w in </a:t>
            </a:r>
            <a:r>
              <a:rPr lang="en-GB" sz="2400" dirty="0" err="1"/>
              <a:t>linux</a:t>
            </a:r>
            <a:r>
              <a:rPr lang="en-GB" sz="2400" dirty="0"/>
              <a:t> that will store in this optional folder</a:t>
            </a:r>
          </a:p>
          <a:p>
            <a:endParaRPr lang="en-GB" sz="2400" dirty="0"/>
          </a:p>
          <a:p>
            <a:r>
              <a:rPr lang="en-GB" sz="2400" dirty="0"/>
              <a:t>3)/boot - whenever you on the system, booting data present. So that boot code will present in this folder</a:t>
            </a:r>
          </a:p>
          <a:p>
            <a:endParaRPr lang="en-GB" sz="2400" dirty="0"/>
          </a:p>
          <a:p>
            <a:r>
              <a:rPr lang="en-GB" sz="2400" dirty="0"/>
              <a:t>4)/root - Root user data present</a:t>
            </a:r>
          </a:p>
          <a:p>
            <a:endParaRPr lang="en-GB" sz="2400" dirty="0"/>
          </a:p>
          <a:p>
            <a:r>
              <a:rPr lang="en-GB" sz="2400" dirty="0"/>
              <a:t>5)/</a:t>
            </a:r>
            <a:r>
              <a:rPr lang="en-GB" sz="2400" dirty="0" err="1"/>
              <a:t>dev</a:t>
            </a:r>
            <a:r>
              <a:rPr lang="en-GB" sz="2400" dirty="0"/>
              <a:t> - device folder - External devices info stored here</a:t>
            </a:r>
          </a:p>
          <a:p>
            <a:endParaRPr lang="en-GB" sz="2400" dirty="0"/>
          </a:p>
          <a:p>
            <a:r>
              <a:rPr lang="en-GB" sz="2400" dirty="0"/>
              <a:t>6)/home - Every user data stored here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1461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3042-FE9C-4F7C-AFE8-6F65FBAB9E1C}" type="datetime1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RAM TECHNOLOGIES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EA67-9482-4C87-9702-AA3D565E1333}" type="slidenum">
              <a:rPr lang="en-GB" smtClean="0"/>
              <a:t>8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467544" y="1412776"/>
            <a:ext cx="820891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7)/</a:t>
            </a:r>
            <a:r>
              <a:rPr lang="en-GB" sz="2000" dirty="0" err="1"/>
              <a:t>tmp</a:t>
            </a:r>
            <a:r>
              <a:rPr lang="en-GB" sz="2000" dirty="0"/>
              <a:t> - we can store the temporary data</a:t>
            </a:r>
          </a:p>
          <a:p>
            <a:endParaRPr lang="en-GB" sz="2000" dirty="0"/>
          </a:p>
          <a:p>
            <a:r>
              <a:rPr lang="en-GB" sz="2000" dirty="0"/>
              <a:t>8)/</a:t>
            </a:r>
            <a:r>
              <a:rPr lang="en-GB" sz="2000" dirty="0" err="1"/>
              <a:t>usr</a:t>
            </a:r>
            <a:r>
              <a:rPr lang="en-GB" sz="2000" dirty="0"/>
              <a:t> - In </a:t>
            </a:r>
            <a:r>
              <a:rPr lang="en-GB" sz="2000" dirty="0" err="1"/>
              <a:t>linux</a:t>
            </a:r>
            <a:r>
              <a:rPr lang="en-GB" sz="2000" dirty="0"/>
              <a:t> kernel info and system binaries info present in user folder</a:t>
            </a:r>
          </a:p>
          <a:p>
            <a:endParaRPr lang="en-GB" sz="2000" dirty="0"/>
          </a:p>
          <a:p>
            <a:r>
              <a:rPr lang="en-GB" sz="2000" dirty="0"/>
              <a:t>9)/lib - shareable files present in libraries folder</a:t>
            </a:r>
          </a:p>
          <a:p>
            <a:endParaRPr lang="en-GB" sz="2000" dirty="0"/>
          </a:p>
          <a:p>
            <a:r>
              <a:rPr lang="en-GB" sz="2000" dirty="0"/>
              <a:t>10)/</a:t>
            </a:r>
            <a:r>
              <a:rPr lang="en-GB" sz="2000" dirty="0" err="1"/>
              <a:t>sbin</a:t>
            </a:r>
            <a:r>
              <a:rPr lang="en-GB" sz="2000" dirty="0"/>
              <a:t> - system binaries -extra commands present when we compared to bin</a:t>
            </a:r>
          </a:p>
          <a:p>
            <a:endParaRPr lang="en-GB" sz="2000" dirty="0"/>
          </a:p>
          <a:p>
            <a:r>
              <a:rPr lang="en-GB" sz="2000" dirty="0"/>
              <a:t>11)/</a:t>
            </a:r>
            <a:r>
              <a:rPr lang="en-GB" sz="2000" dirty="0" err="1"/>
              <a:t>mnt</a:t>
            </a:r>
            <a:r>
              <a:rPr lang="en-GB" sz="2000" dirty="0"/>
              <a:t> - mount - If we put </a:t>
            </a:r>
            <a:r>
              <a:rPr lang="en-GB" sz="2000" dirty="0" err="1"/>
              <a:t>pendrive</a:t>
            </a:r>
            <a:r>
              <a:rPr lang="en-GB" sz="2000" dirty="0"/>
              <a:t>, </a:t>
            </a:r>
            <a:r>
              <a:rPr lang="en-GB" sz="2000" dirty="0" err="1"/>
              <a:t>usb</a:t>
            </a:r>
            <a:r>
              <a:rPr lang="en-GB" sz="2000" dirty="0"/>
              <a:t> from external that data is coming into this directory</a:t>
            </a:r>
          </a:p>
          <a:p>
            <a:endParaRPr lang="en-GB" sz="2000" dirty="0"/>
          </a:p>
          <a:p>
            <a:r>
              <a:rPr lang="en-GB" sz="2000" dirty="0"/>
              <a:t>12)/</a:t>
            </a:r>
            <a:r>
              <a:rPr lang="en-GB" sz="2000" dirty="0" err="1"/>
              <a:t>var</a:t>
            </a:r>
            <a:r>
              <a:rPr lang="en-GB" sz="2000" dirty="0"/>
              <a:t> - In this variable folder, all logs stored.</a:t>
            </a:r>
          </a:p>
        </p:txBody>
      </p:sp>
    </p:spTree>
    <p:extLst>
      <p:ext uri="{BB962C8B-B14F-4D97-AF65-F5344CB8AC3E}">
        <p14:creationId xmlns:p14="http://schemas.microsoft.com/office/powerpoint/2010/main" val="1734541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9236</TotalTime>
  <Words>251</Words>
  <Application>Microsoft Office PowerPoint</Application>
  <PresentationFormat>On-screen Show (4:3)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Symbol</vt:lpstr>
      <vt:lpstr>Times New Roman</vt:lpstr>
      <vt:lpstr>Waveform</vt:lpstr>
      <vt:lpstr>Linux</vt:lpstr>
      <vt:lpstr>Linux</vt:lpstr>
      <vt:lpstr>PowerPoint Presentation</vt:lpstr>
      <vt:lpstr>PowerPoint Presentation</vt:lpstr>
      <vt:lpstr>PowerPoint Presentation</vt:lpstr>
      <vt:lpstr>Linux File System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Trending Course!!!</dc:title>
  <dc:creator>918095888447</dc:creator>
  <cp:lastModifiedBy>Kiran Gangadharaiah</cp:lastModifiedBy>
  <cp:revision>96</cp:revision>
  <dcterms:created xsi:type="dcterms:W3CDTF">2023-08-06T02:47:39Z</dcterms:created>
  <dcterms:modified xsi:type="dcterms:W3CDTF">2026-02-04T04:31:14Z</dcterms:modified>
</cp:coreProperties>
</file>